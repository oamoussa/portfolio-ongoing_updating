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5D6F0-4DBC-4599-A96B-ECF67938C92D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26A253-9332-4A59-BDC1-0FDFB7B7D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19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buNone/>
            </a:pPr>
            <a:r>
              <a:rPr lang="en-US" sz="1800" kern="1200" dirty="0">
                <a:solidFill>
                  <a:srgbClr val="3C3C3B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jalla UI"/>
              </a:rPr>
              <a:t>1- Tunable laser source. (830 – 880 nm) 	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200" dirty="0">
                <a:solidFill>
                  <a:srgbClr val="3C3C3B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jalla UI"/>
              </a:rPr>
              <a:t>2- Splitter (99% </a:t>
            </a:r>
            <a:r>
              <a:rPr lang="en-US" sz="1800" b="1" kern="1200" dirty="0">
                <a:solidFill>
                  <a:srgbClr val="3C3C3B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jalla UI"/>
              </a:rPr>
              <a:t>/</a:t>
            </a:r>
            <a:r>
              <a:rPr lang="en-US" sz="1800" kern="1200" dirty="0">
                <a:solidFill>
                  <a:srgbClr val="3C3C3B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jalla UI"/>
              </a:rPr>
              <a:t> 1%).				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200" dirty="0">
                <a:solidFill>
                  <a:srgbClr val="3C3C3B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jalla UI"/>
              </a:rPr>
              <a:t>3- Linear polarizer. 			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200" dirty="0">
                <a:solidFill>
                  <a:srgbClr val="3C3C3B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jalla UI"/>
              </a:rPr>
              <a:t>4- Wavelength meter.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200" dirty="0">
                <a:solidFill>
                  <a:srgbClr val="3C3C3B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jalla UI"/>
              </a:rPr>
              <a:t>5- Sample die.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200" dirty="0">
                <a:solidFill>
                  <a:srgbClr val="3C3C3B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jalla UI"/>
              </a:rPr>
              <a:t>6- Power detector.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kern="1200" dirty="0">
                <a:solidFill>
                  <a:srgbClr val="3C3C3B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jalla UI"/>
              </a:rPr>
              <a:t>7- Computer.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89EB2-F121-485C-80EA-CEF3181451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98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8505-6821-EC7E-582D-F6A47949E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FF516-5A21-85CA-C3BB-75F1E21AF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CC3D1-9734-B347-547E-799FB6741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295A1-388E-3452-9B29-1312A521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636D5-7469-412C-7DFA-DBBEC065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0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F64E-8627-87C4-0EEE-EC00A528A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5DDD-F507-48AD-32C7-47BB646EA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179A0-9E47-5584-260F-949E8D138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DBB87-75FC-4048-D0F1-1750BF5B1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F386B-EB77-01F9-0DC9-1FC95AD9C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5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6139-5F15-A04B-D2DF-8984026A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1240B-8DB1-8E97-2FED-0680A6F62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F45FB-E736-F34E-CDA4-83E97C9E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721B-C744-4668-EBF5-4D5B2B0D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C1992-3D87-894A-0455-D3428F2C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4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1D26-1A2D-8AE8-270C-7A13922A1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5177C-FC9C-FF42-DF0D-9C7F3319F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0382A-4A6B-4FC2-06EA-8237DCAD0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1BBC6-D5A9-7F91-1CF9-3997AA45E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5C7FC-C2A5-89E4-5E08-868560E5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9B432-FE7D-9F16-F443-D5B680D4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5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FCA7-CC99-9BAB-92C8-0A9582BD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4C06C-08D4-49E7-2CD8-A592DA4FB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0CC7A-207F-21E2-AA88-64F564201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3E3724-409E-6A1D-D3B2-5A6447D89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FE33D-A6F5-A4EB-2BDF-4BA3DA441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69E9E8-499E-7893-2367-10DF19A3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E90697-7DFC-FD45-279C-D95253B1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25AE3-B702-3A70-3F82-77DCB5194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74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060F-6381-13AD-0B39-A0544AF9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2D5FDC-98E6-CD48-E1B3-F9446222A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B9537-47D5-6A35-711D-0196379A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09A4F-550A-CBCC-1984-E9F7482E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4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0E5D2-567C-3843-C3CF-E316C51A3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F754-AECE-6D47-5C82-8B3A4D61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4FEC7-05B5-FC0A-7B6B-84A72684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3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50B2-858F-5455-4F2A-9E92B27B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28DE-C103-0509-ACDC-52563C256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2560-FD4E-530C-BF12-DAE11CC2F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E7BDB-AFCF-B60E-D633-56521BAC7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94A62-FEF2-EE38-1710-14A4572F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3DDFD-5C94-4059-9CB9-59BCF833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9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5B78-B40E-B936-CD88-6DEE6E219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104AE2-DB02-D8D4-DE36-86420155B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CAB0D-D943-F952-6990-01AB783AC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135D-F723-2079-1A67-0192F48D3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92488-C419-687C-6180-80096B2B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085DA-4A76-BD23-7E01-82E0BD62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A754-D7AD-931B-DF85-AA4CB26F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FD4EC-321C-A60D-3901-964F6653A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6FAEF-20FE-E78D-66CB-D969DD5E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46D6F-1564-E868-172A-2BF16DB2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8AD37-B027-5952-97E5-9B8ABF46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41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307CB-81CE-779C-685C-B4243E88A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A0D71-6048-3D79-821D-1709C622C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D42B0-F520-D95B-934E-3672F579F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75E0F-92E0-11F9-58AD-96E611A93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E900A-FC3C-24F8-43DF-9F8FA321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7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AA9D9C-A8AC-5827-1D74-0DCE838C5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C85F1-3C3E-7979-8698-205764F87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9FD2D-63E0-A9AD-471F-F268C63B4C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9FAE4-04AB-4CE7-8800-079716D76972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9CD02-CD82-3339-0A1C-8CE10DF3A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EAA7F-0784-2D06-D440-3E62C4F48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BD90B-2EB5-494E-8122-696F44357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3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0395-534F-862E-2C5A-F2C6C7F54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F70D-ECB7-9186-8C8C-FD641F97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Internship: </a:t>
            </a:r>
            <a:r>
              <a:rPr lang="en-US" dirty="0"/>
              <a:t>Fiber-to-Fiber characterization for photonic devices at wafer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9BC3D47-CAD3-DE29-58F5-F04836A5090E}"/>
              </a:ext>
            </a:extLst>
          </p:cNvPr>
          <p:cNvSpPr txBox="1">
            <a:spLocks/>
          </p:cNvSpPr>
          <p:nvPr/>
        </p:nvSpPr>
        <p:spPr>
          <a:xfrm>
            <a:off x="838200" y="166433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85E234-FAC2-DF67-025A-73D3F1994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028"/>
          <a:stretch/>
        </p:blipFill>
        <p:spPr>
          <a:xfrm>
            <a:off x="331703" y="1828084"/>
            <a:ext cx="5327417" cy="43513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D80F40-B8F1-396E-414E-57AD9910A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1024973"/>
            <a:ext cx="1539896" cy="597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35C868-0683-DD92-498D-7B1A4C4A9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9120" y="2812961"/>
            <a:ext cx="6454699" cy="208044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F13343F-942C-05FE-4C90-20CF024AF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3975-1594-4548-9231-4F94E857A309}" type="slidenum">
              <a:rPr lang="en-BE" smtClean="0"/>
              <a:t>1</a:t>
            </a:fld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D6B14D-3A51-4BEA-58D4-0D12439212C3}"/>
              </a:ext>
            </a:extLst>
          </p:cNvPr>
          <p:cNvSpPr txBox="1"/>
          <p:nvPr/>
        </p:nvSpPr>
        <p:spPr>
          <a:xfrm>
            <a:off x="331703" y="6343170"/>
            <a:ext cx="5658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GDS for the manufactured devices (DUTs) at wafer level</a:t>
            </a:r>
          </a:p>
        </p:txBody>
      </p:sp>
    </p:spTree>
    <p:extLst>
      <p:ext uri="{BB962C8B-B14F-4D97-AF65-F5344CB8AC3E}">
        <p14:creationId xmlns:p14="http://schemas.microsoft.com/office/powerpoint/2010/main" val="3052511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DA9CF-BC36-EA03-2A5F-53E05EED2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0285"/>
            <a:ext cx="10515600" cy="13255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Internship: </a:t>
            </a:r>
            <a:r>
              <a:rPr lang="en-US" dirty="0"/>
              <a:t>Fiber-to-Fiber characterization for photonic devices at wafer level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17B54-2BCD-378E-173A-C3B49A144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124" r="1625"/>
          <a:stretch/>
        </p:blipFill>
        <p:spPr>
          <a:xfrm>
            <a:off x="6471920" y="1997925"/>
            <a:ext cx="5586204" cy="472355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A89905-3F02-697D-44B4-1AD21BCAC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5853" y="1392001"/>
            <a:ext cx="1539896" cy="59737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AD9048-B5C4-0D6F-E4CB-93363563E1D9}"/>
              </a:ext>
            </a:extLst>
          </p:cNvPr>
          <p:cNvSpPr txBox="1">
            <a:spLocks/>
          </p:cNvSpPr>
          <p:nvPr/>
        </p:nvSpPr>
        <p:spPr>
          <a:xfrm>
            <a:off x="838200" y="166433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37CDFE2-1392-3EF5-FFD9-B8C15EBB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3975-1594-4548-9231-4F94E857A309}" type="slidenum">
              <a:rPr lang="en-BE" smtClean="0"/>
              <a:t>2</a:t>
            </a:fld>
            <a:endParaRPr lang="en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319395-47C3-67AB-F10A-2739162FDB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028"/>
          <a:stretch/>
        </p:blipFill>
        <p:spPr>
          <a:xfrm>
            <a:off x="838200" y="2628734"/>
            <a:ext cx="5491149" cy="346901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A43A4A-B1BA-3854-0E70-44894FB4A283}"/>
              </a:ext>
            </a:extLst>
          </p:cNvPr>
          <p:cNvSpPr/>
          <p:nvPr/>
        </p:nvSpPr>
        <p:spPr>
          <a:xfrm>
            <a:off x="4257040" y="4836161"/>
            <a:ext cx="2214880" cy="721359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EAB3-7C04-72A9-B113-641878A9649B}"/>
              </a:ext>
            </a:extLst>
          </p:cNvPr>
          <p:cNvCxnSpPr>
            <a:cxnSpLocks/>
          </p:cNvCxnSpPr>
          <p:nvPr/>
        </p:nvCxnSpPr>
        <p:spPr>
          <a:xfrm flipH="1">
            <a:off x="6329349" y="2628734"/>
            <a:ext cx="342363" cy="2187106"/>
          </a:xfrm>
          <a:prstGeom prst="line">
            <a:avLst/>
          </a:prstGeom>
          <a:ln w="190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13848E-E31F-3AD1-CFA4-D404B3FA61F8}"/>
              </a:ext>
            </a:extLst>
          </p:cNvPr>
          <p:cNvSpPr txBox="1"/>
          <p:nvPr/>
        </p:nvSpPr>
        <p:spPr>
          <a:xfrm>
            <a:off x="670492" y="6352143"/>
            <a:ext cx="5658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GDS for the manufactured devices (DUTs) at wafer level</a:t>
            </a:r>
          </a:p>
        </p:txBody>
      </p:sp>
    </p:spTree>
    <p:extLst>
      <p:ext uri="{BB962C8B-B14F-4D97-AF65-F5344CB8AC3E}">
        <p14:creationId xmlns:p14="http://schemas.microsoft.com/office/powerpoint/2010/main" val="262959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91</Words>
  <Application>Microsoft Office PowerPoint</Application>
  <PresentationFormat>Widescreen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Gill Sans MT</vt:lpstr>
      <vt:lpstr>Times New Roman</vt:lpstr>
      <vt:lpstr>Wingdings</vt:lpstr>
      <vt:lpstr>Office Theme</vt:lpstr>
      <vt:lpstr>Internship: Fiber-to-Fiber characterization for photonic devices at wafer level</vt:lpstr>
      <vt:lpstr>Internship: Fiber-to-Fiber characterization for photonic devices at wafer level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Moussa</dc:creator>
  <cp:lastModifiedBy>Omar Moussa</cp:lastModifiedBy>
  <cp:revision>1</cp:revision>
  <dcterms:created xsi:type="dcterms:W3CDTF">2026-05-17T19:59:28Z</dcterms:created>
  <dcterms:modified xsi:type="dcterms:W3CDTF">2026-05-17T20:04:33Z</dcterms:modified>
</cp:coreProperties>
</file>